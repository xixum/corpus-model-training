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Disagreements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22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 ↔ RB (so)</c:v>
                  </c:pt>
                  <c:pt idx="1">
                    <c:v>RB ↔ JJ (fast, close)</c:v>
                  </c:pt>
                  <c:pt idx="2">
                    <c:v>IN ↔ JJ (about, due)</c:v>
                  </c:pt>
                  <c:pt idx="3">
                    <c:v>: ↔ , (dash)</c:v>
                  </c:pt>
                  <c:pt idx="4">
                    <c:v>JJ ↔ VBN (participles)</c:v>
                  </c:pt>
                  <c:pt idx="5">
                    <c:v>NN ↔ NNS (police)</c:v>
                  </c:pt>
                  <c:pt idx="6">
                    <c:v>up / over (RP)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A22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F2A03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Bryant — Stories to Tell to Children</c:v>
                </c:pt>
                <c:pt idx="1">
                  <c:v>Burgess — Buster Bear</c:v>
                </c:pt>
                <c:pt idx="2">
                  <c:v>Melville — Moby Dick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200</c:v>
                </c:pt>
                <c:pt idx="1">
                  <c:v>175</c:v>
                </c:pt>
                <c:pt idx="2">
                  <c:v>125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initiative: Benepar is the strongest constituency parser in the project; we cleaned its gold corpus, hardened the tooling, and built a scalable US-English data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Benepar is the best; Stanza second but much weaker; SuPar/BERT and spaCy-POS weaker still. The issue was corpus quality, not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turns disagreements into a gold corpus. The correction step is where model quality is injected.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disagreements are inherent PTB ambiguity on function words. Benepar is usually right; the tally mostly maps Stanza's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example: the phrasal verb 'knocked over'. Plus four recurring error classes, all fixed and logged in doc/benepar_error_analysis.md.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 of earlier lost corrections was a 'w'-mode overwrite. Now merge + fuzzy key + backup + --force, unit-tested with a stubbed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build_gutenberg_corpus.py pulls only US-American public-domain authors, filters to a correctable length band, samples 500 with a fixed seed, weighted toward simpler narrative registers.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licensed, public, HF-ready. Next steps are the enlarged correction pass, retraining, and the actual Hub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572000"/>
            <a:ext cx="2926080" cy="292608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74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 MODEL TRAINING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&amp; Growing the Benepar Corpus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7947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back-to-back evaluation · gold-tree correction · a scalable, US-English training pipeline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Benepar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best model   ·   </a:t>
            </a:r>
            <a:pPr indent="0" marL="0">
              <a:buNone/>
            </a:pPr>
            <a:r>
              <a:rPr lang="en-US" sz="1500" b="1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Stanza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reference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 precise model on a flawed corpus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Benepar is the most precise parser we have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yet its retraining corpus contained real annotation errors. Stanza, the runner-up, is markedly less accurate; every other model is weaker still.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37160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37160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Benepar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Chart-based transformer — best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2414016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2A0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414016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414016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Stanza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— 2nd, much less precise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3456432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9AA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3456432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456432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SuPar / BERT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constituency — weaker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4498848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C2C8D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4498848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449884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spaCy-POS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POS baseline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042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ranking (accuracy)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adversarial back-to-back evaluation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parse the same sentences; wherever they disagree, the token is flagged, logged, and rendered as side-by-side trees for review.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" y="25603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9576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886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Benepar vs Stanza on the same text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15184" y="27889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98064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5603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798064" y="35204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907792" y="3886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logged (CSV / JSON)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27889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47488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78424" y="25603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78424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047488" y="35204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157216" y="3886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Benepar trees for flagged sentences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27889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296912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7848" y="25603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27848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35204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886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gold-standard fixes (PTB)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363456" y="27889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546336" y="22860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77272" y="25603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77272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546336" y="35204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656064" y="3886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Benepar on gold trees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trees become the training signal that improves Benepar where it is currently wrong.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Findings: where the models disagree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100 compared sentences, 49 token-level POS disagreements. A handful of confusion families dominate.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2024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920240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35240" y="2057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3063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disagreements across 100 sentences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52360" y="4224528"/>
            <a:ext cx="4160520" cy="2176272"/>
          </a:xfrm>
          <a:prstGeom prst="roundRect">
            <a:avLst>
              <a:gd name="adj" fmla="val 4202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4370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words dominate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47548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 vs preposition vs particle vs adjective on short words (so, up, about, close).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Participle ↔ adjective (fascinated, embarrassed) is Benepar's clearest edge over Stanza.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fixed: 38 gold trees corrected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was reviewed against the source text and fixed for structural, POS and tokenization errors — then validated so it loads with nltk.Tree.fromstring.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BECEC"/>
          </a:solidFill>
          <a:ln w="12700">
            <a:solidFill>
              <a:srgbClr val="E7B7B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93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Benepar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"knocked over the … cart"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(VP (VBD knocked)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(PP (PRT (RP over)) (NP … cart)))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7F7F1"/>
          </a:solidFill>
          <a:ln w="12700">
            <a:solidFill>
              <a:srgbClr val="A6DE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93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gold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+ object lifted to the verb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060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6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(VP (VBD knocked) (PRT (RP over))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6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(NP … cart))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2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455371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0432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fragment, not an NN-headed clause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434340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2F5F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84448" y="455371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005072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 type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84448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SBARQ / SINV → S (exclamative, imperative)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34340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19088" y="455371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39712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conjuncts lifted out of object NPs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52560" y="434340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2F5FB"/>
          </a:solidFill>
          <a:ln/>
        </p:spPr>
      </p:sp>
      <p:sp>
        <p:nvSpPr>
          <p:cNvPr id="27" name="Shape 25"/>
          <p:cNvSpPr/>
          <p:nvPr/>
        </p:nvSpPr>
        <p:spPr>
          <a:xfrm>
            <a:off x="9253728" y="455371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74352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typo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253728" y="4983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t" → "it", documented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Corrections that survive: a non-destructive generator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Reruns previously overwrote the corpus and destroyed manual fixes. The generator now merges instead of clobbering.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67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Merge, don't overwrite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6148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corrected trees are kept; only new sentences get fresh trees.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967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267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sentence match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76148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token-level fix (t → it) is re-matched, so no near-duplicates.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87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.bak backup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6817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snapshots the previous file before writing.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9319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9672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1967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187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--force escape hatch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6817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regeneration on demand, backup still made.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the corpus: 500 US-English sentences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Public-domain, US-American narrative prose — matching the US-English Benepar model — with a full provenance &amp; license manifest.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2148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2F5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09360" y="21488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1488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sentences, seed-reproducible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35204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2F5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35204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6–32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35204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tokens/sentence (mean 16.4)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26480" y="48920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2F5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48920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4892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domain · en-US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by design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for reach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6204A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514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2487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17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code · public-domain corpus · CC-BY-4.0 annotations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6204A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514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2487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repo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17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shop window as a competence showcase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620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2514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15400" y="2487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HuggingFace-ready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017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 publishes the dataset + generated card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500 sentences through adversarial → generate → correct</a:t>
            </a:r>
            <a:endParaRPr lang="en-US" sz="16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Benepar on the enlarged gold set and cross-reference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trees + corpus to the HuggingFace Hub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2026-08-31T10:31:44Z</dcterms:created>
  <dcterms:modified xsi:type="dcterms:W3CDTF">2026-08-31T10:31:44Z</dcterms:modified>
</cp:coreProperties>
</file>